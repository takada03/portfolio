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8830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8300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231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6980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8893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7594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3564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4848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786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1973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2648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97769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9486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57694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07108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4006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17286-E813-4CC5-8A21-96E2DD982A43}" type="datetimeFigureOut">
              <a:rPr lang="ru-BY" smtClean="0"/>
              <a:t>15.10.2020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17EEE0-9F55-4920-8314-35242AE68D1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86491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5FD57E-DF0B-4E4B-98B0-597B105BF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0919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825B9-E4E2-4862-B38C-890E479E3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803" y="1061830"/>
            <a:ext cx="9621376" cy="3451517"/>
          </a:xfrm>
        </p:spPr>
        <p:txBody>
          <a:bodyPr/>
          <a:lstStyle/>
          <a:p>
            <a:r>
              <a:rPr lang="ru-RU" sz="9600" b="1" dirty="0">
                <a:solidFill>
                  <a:schemeClr val="tx2"/>
                </a:solidFill>
              </a:rPr>
              <a:t>«Наши имена»</a:t>
            </a:r>
            <a:endParaRPr lang="ru-BY" sz="9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02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D066D-7044-4328-B123-70021F04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142" y="1500188"/>
            <a:ext cx="8596668" cy="1320800"/>
          </a:xfrm>
        </p:spPr>
        <p:txBody>
          <a:bodyPr>
            <a:noAutofit/>
          </a:bodyPr>
          <a:lstStyle/>
          <a:p>
            <a:r>
              <a:rPr lang="ru-RU" sz="9600" b="1" dirty="0"/>
              <a:t>,</a:t>
            </a:r>
            <a:endParaRPr lang="ru-BY" sz="9600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9EAFFA-E3C7-441C-9628-17BB2F26C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680" y="2608060"/>
            <a:ext cx="2732579" cy="27472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763AB5-B086-427B-BE22-5453384DAE08}"/>
              </a:ext>
            </a:extLst>
          </p:cNvPr>
          <p:cNvSpPr txBox="1"/>
          <p:nvPr/>
        </p:nvSpPr>
        <p:spPr>
          <a:xfrm>
            <a:off x="2451371" y="2864762"/>
            <a:ext cx="1745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b="1" dirty="0">
                <a:solidFill>
                  <a:srgbClr val="92D050"/>
                </a:solidFill>
                <a:latin typeface="Arial Black" panose="020B0A04020102020204" pitchFamily="34" charset="0"/>
              </a:rPr>
              <a:t>И</a:t>
            </a:r>
            <a:endParaRPr lang="ru-BY" sz="9600" b="1" dirty="0">
              <a:solidFill>
                <a:srgbClr val="92D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78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86B8F31-2AE9-4D6E-A8DC-47C13A10C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77" y="351244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/>
              <a:t>Сколько имён у подружки, у </a:t>
            </a:r>
            <a:r>
              <a:rPr lang="ru-RU" sz="3600" b="1" dirty="0"/>
              <a:t>Оли?</a:t>
            </a:r>
          </a:p>
          <a:p>
            <a:pPr marL="0" indent="0">
              <a:buNone/>
            </a:pPr>
            <a:r>
              <a:rPr lang="ru-RU" sz="3600" dirty="0"/>
              <a:t>Как бы, друзья, не запутаться тут.</a:t>
            </a:r>
          </a:p>
          <a:p>
            <a:pPr marL="0" indent="0">
              <a:buNone/>
            </a:pPr>
            <a:r>
              <a:rPr lang="ru-RU" sz="3600" b="1" dirty="0"/>
              <a:t>Ольга</a:t>
            </a:r>
            <a:r>
              <a:rPr lang="ru-RU" sz="3600" dirty="0"/>
              <a:t> зовут эту девочку в школе.</a:t>
            </a:r>
          </a:p>
          <a:p>
            <a:pPr marL="0" indent="0">
              <a:buNone/>
            </a:pPr>
            <a:r>
              <a:rPr lang="ru-RU" sz="3600" b="1" dirty="0"/>
              <a:t>Олечкой</a:t>
            </a:r>
            <a:r>
              <a:rPr lang="ru-RU" sz="3600" dirty="0"/>
              <a:t> папа и мама зовут!</a:t>
            </a:r>
          </a:p>
          <a:p>
            <a:pPr marL="0" indent="0">
              <a:buNone/>
            </a:pPr>
            <a:r>
              <a:rPr lang="ru-RU" sz="3600" b="1" dirty="0" err="1"/>
              <a:t>Олюшкой</a:t>
            </a:r>
            <a:r>
              <a:rPr lang="ru-RU" sz="3600" dirty="0"/>
              <a:t> тётя её называет.</a:t>
            </a:r>
          </a:p>
          <a:p>
            <a:pPr marL="0" indent="0">
              <a:buNone/>
            </a:pPr>
            <a:r>
              <a:rPr lang="ru-RU" sz="3600" b="1" dirty="0"/>
              <a:t>«Олька!» </a:t>
            </a:r>
            <a:r>
              <a:rPr lang="ru-RU" sz="3600" dirty="0"/>
              <a:t>- кричит озорник во дворе.</a:t>
            </a:r>
          </a:p>
          <a:p>
            <a:pPr marL="0" indent="0">
              <a:buNone/>
            </a:pPr>
            <a:r>
              <a:rPr lang="ru-RU" sz="3600" dirty="0"/>
              <a:t>Кто же, скажите-ка мне, подсчитает,</a:t>
            </a:r>
          </a:p>
          <a:p>
            <a:pPr marL="0" indent="0">
              <a:buNone/>
            </a:pPr>
            <a:r>
              <a:rPr lang="ru-RU" sz="3600" dirty="0"/>
              <a:t>Сколько имён у подружки моей?</a:t>
            </a:r>
          </a:p>
        </p:txBody>
      </p:sp>
    </p:spTree>
    <p:extLst>
      <p:ext uri="{BB962C8B-B14F-4D97-AF65-F5344CB8AC3E}">
        <p14:creationId xmlns:p14="http://schemas.microsoft.com/office/powerpoint/2010/main" val="167249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8DFD4-D8C0-41BF-BEBF-99D84A56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BEFEDC-8385-4150-97C8-B4AAA33DF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319"/>
            <a:ext cx="12170597" cy="6850794"/>
          </a:xfrm>
        </p:spPr>
      </p:pic>
    </p:spTree>
    <p:extLst>
      <p:ext uri="{BB962C8B-B14F-4D97-AF65-F5344CB8AC3E}">
        <p14:creationId xmlns:p14="http://schemas.microsoft.com/office/powerpoint/2010/main" val="197142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EAF32D-18E6-4D2D-926A-AC4704BA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77" y="205873"/>
            <a:ext cx="4643160" cy="64462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2B652C-DA0C-45F6-BB9F-41978C815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994" y="1198510"/>
            <a:ext cx="6438929" cy="482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12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F1D2B44-DA9B-435C-9035-EB754EB35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40" y="0"/>
            <a:ext cx="12217940" cy="6858000"/>
          </a:xfrm>
        </p:spPr>
      </p:pic>
    </p:spTree>
    <p:extLst>
      <p:ext uri="{BB962C8B-B14F-4D97-AF65-F5344CB8AC3E}">
        <p14:creationId xmlns:p14="http://schemas.microsoft.com/office/powerpoint/2010/main" val="250926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1EF428-234E-470A-A58A-0B6BE7F0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BY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5AF8A9-C842-4774-9B4F-24F242DE1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1"/>
          </a:xfrm>
        </p:spPr>
      </p:pic>
    </p:spTree>
    <p:extLst>
      <p:ext uri="{BB962C8B-B14F-4D97-AF65-F5344CB8AC3E}">
        <p14:creationId xmlns:p14="http://schemas.microsoft.com/office/powerpoint/2010/main" val="213985696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310</TotalTime>
  <Words>64</Words>
  <Application>Microsoft Office PowerPoint</Application>
  <PresentationFormat>Широкоэкранный</PresentationFormat>
  <Paragraphs>11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Trebuchet MS</vt:lpstr>
      <vt:lpstr>Wingdings 3</vt:lpstr>
      <vt:lpstr>Аспект</vt:lpstr>
      <vt:lpstr>«Наши имена»</vt:lpstr>
      <vt:lpstr>,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«Наши имена»</dc:title>
  <dc:creator>Vika</dc:creator>
  <cp:lastModifiedBy>Vika</cp:lastModifiedBy>
  <cp:revision>6</cp:revision>
  <dcterms:created xsi:type="dcterms:W3CDTF">2020-10-15T09:37:03Z</dcterms:created>
  <dcterms:modified xsi:type="dcterms:W3CDTF">2020-10-15T14:47:40Z</dcterms:modified>
</cp:coreProperties>
</file>